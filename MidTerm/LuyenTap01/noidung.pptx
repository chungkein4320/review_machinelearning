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291D2-101D-399C-4A12-8061750CDF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ACF291-4F17-84D4-5A51-D0F57B6F46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8B10C-F82E-C4C0-82B1-22181D757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2AD07-BACD-43D3-941D-B4528D1F7DC3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8C0EC-7881-F72B-DAD3-CCF149529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5B30C-776F-1695-F2E8-7325420C9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B0C9-AAB8-4428-9D77-C5777ECF7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5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4A619-73A2-3A8F-C89D-28EF7FA67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6A9F4-FC6C-90C8-4F84-27081B268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DF3A-A7F5-BE2D-F8BF-F54A3CA29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2AD07-BACD-43D3-941D-B4528D1F7DC3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243EB-3F09-4661-507A-EA937663A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E767D-9837-1A24-55B6-8392B2E52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B0C9-AAB8-4428-9D77-C5777ECF7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491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77999-41D5-82B7-0D5E-E61FEDCA3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453BD-BD97-5ACD-A30C-175455868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21766-1F69-B4B7-A3D2-253B080C1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2AD07-BACD-43D3-941D-B4528D1F7DC3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3DCFE-2C03-3014-492B-B75BF82D3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82CAF-B309-545C-9B8A-9937F66AA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B0C9-AAB8-4428-9D77-C5777ECF7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888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AF83E-7C1B-B104-4E18-ABB8553CE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74678-80BA-1774-26DA-44DAAA3446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74B04B-3AA5-D96B-CD6D-F46EFC9F7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3B514-8C44-28AA-832A-427C0727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2AD07-BACD-43D3-941D-B4528D1F7DC3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0B01E-F05D-AC12-BC12-825C2CBA8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1313C-1F46-F9E5-6A32-31B2D7263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B0C9-AAB8-4428-9D77-C5777ECF7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1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62D0B-FE5E-52A0-98AD-B7EC78929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534F2-FFF8-1AC9-F2C3-D9B89BEED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28047F-8751-BB99-0054-8248CE541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8A5371-858E-5374-95A9-BBEE951E0A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AA1E22-7C0E-333D-C9E2-B36504333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594E8F-52E6-87E3-B3DC-64F9AA0EB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2AD07-BACD-43D3-941D-B4528D1F7DC3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B6AE5C-0AB3-89E2-053F-2217D3D83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B6A9E2-5AA1-B173-A03A-E077E77A5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B0C9-AAB8-4428-9D77-C5777ECF7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284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B86A6-8CDB-5E7B-CA61-421BA13DC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634311-F7C6-E57E-93E9-16BD15222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2AD07-BACD-43D3-941D-B4528D1F7DC3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A56764-309B-BFBA-823B-4D3CD7AFD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D8CDC2-3067-8DF1-7FD0-D8B941FA1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B0C9-AAB8-4428-9D77-C5777ECF7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679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2E998C-82A5-63AB-A049-742801B87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2AD07-BACD-43D3-941D-B4528D1F7DC3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FB5D41-33DE-49EF-B15D-689B878E3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B6131-9C2D-1C28-82A7-A93A21FE2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B0C9-AAB8-4428-9D77-C5777ECF7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772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04C08-0FF7-8E24-7A9F-270B05CD4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945E1-37C6-947C-8B88-B03D8D695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5BE534-50A7-4B55-4F3F-78B63996D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EB457-E230-9A4E-4894-8B1998AD1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2AD07-BACD-43D3-941D-B4528D1F7DC3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57D62F-714A-C6C5-0473-6DD3DCCB2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6B070-A970-19C5-4B0F-9C24F98D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B0C9-AAB8-4428-9D77-C5777ECF7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46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082F5-F8F1-5527-27F6-FEBFBB151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7D6519-1E73-D184-15C0-F40FCF57C2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99A943-9B2C-4055-6A7E-45BF94165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5EB6B-7BB9-DA9E-245B-370FB5E5D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2AD07-BACD-43D3-941D-B4528D1F7DC3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E4C44-B8D3-2DCC-ED43-474CCE39A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D4463-5E98-9805-6B42-C23E11BA0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B0C9-AAB8-4428-9D77-C5777ECF7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381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18525-0FCB-5B96-EDA2-DA8DFD9CF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A5311A-58CD-A69B-6D42-6862E73935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A2FEE-74F9-300D-9086-02568E0B6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2AD07-BACD-43D3-941D-B4528D1F7DC3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12523-9594-DBCE-72D2-C953924D6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33729-61BA-9A26-5C98-9EA86DC47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B0C9-AAB8-4428-9D77-C5777ECF7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812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321F07-322E-B1EF-827A-CD12C019EC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B29CEB-6427-153A-CF14-6FC8ADA3C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A5A40-A368-874A-A820-575C094DC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2AD07-BACD-43D3-941D-B4528D1F7DC3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DDD7B-4E5C-6645-41D5-933FE81DE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07F7A-1825-9251-50FE-E4C0699BB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B0C9-AAB8-4428-9D77-C5777ECF7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424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6AB3E-28BF-5CC7-B48B-2FF68114C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CAA54-2C30-0DD5-4DD8-FF0AD3AE6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52FAD-C536-26D7-2A92-FB6DC3591C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62AD07-BACD-43D3-941D-B4528D1F7DC3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9E452-6C27-3F27-3969-05D7CB001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7BD24-4173-E99D-CEDA-7A0E683F9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F6B0C9-AAB8-4428-9D77-C5777ECF7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40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jupyter.org/en/latest/" TargetMode="External"/><Relationship Id="rId7" Type="http://schemas.openxmlformats.org/officeDocument/2006/relationships/hyperlink" Target="https://matplotlib.org/stable/" TargetMode="External"/><Relationship Id="rId2" Type="http://schemas.openxmlformats.org/officeDocument/2006/relationships/hyperlink" Target="https://www.anaconda.com/docs/mai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andas.pydata.org/docs/user_guide/index.html" TargetMode="External"/><Relationship Id="rId5" Type="http://schemas.openxmlformats.org/officeDocument/2006/relationships/hyperlink" Target="https://pandas.pydata.org/docs/getting_started/index.html" TargetMode="External"/><Relationship Id="rId4" Type="http://schemas.openxmlformats.org/officeDocument/2006/relationships/hyperlink" Target="https://numpy.org/doc/stable/user/absolute_beginner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A39A86-CE6C-CDA4-77CF-690A824CE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810FAD-7511-9F11-D2D4-CA33347BB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,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Anaconda </a:t>
            </a:r>
            <a:r>
              <a:rPr lang="en-US" dirty="0">
                <a:hlinkClick r:id="rId2"/>
              </a:rPr>
              <a:t>https://www.anaconda.com/docs/main</a:t>
            </a:r>
            <a:endParaRPr lang="en-US" dirty="0"/>
          </a:p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,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Jupyter</a:t>
            </a:r>
            <a:r>
              <a:rPr lang="en-US" dirty="0"/>
              <a:t> Notebook </a:t>
            </a:r>
            <a:r>
              <a:rPr lang="en-US" dirty="0">
                <a:hlinkClick r:id="rId3"/>
              </a:rPr>
              <a:t>https://docs.jupyter.org/en/latest/</a:t>
            </a:r>
            <a:endParaRPr lang="en-US" dirty="0"/>
          </a:p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Jupyter</a:t>
            </a:r>
            <a:r>
              <a:rPr lang="en-US" dirty="0"/>
              <a:t> Notebook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Anaconda</a:t>
            </a:r>
          </a:p>
          <a:p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quen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Python: 01_crash_engineer.zip</a:t>
            </a:r>
          </a:p>
          <a:p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quen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Numpy</a:t>
            </a:r>
            <a:r>
              <a:rPr lang="en-US" dirty="0"/>
              <a:t>:  </a:t>
            </a:r>
            <a:r>
              <a:rPr lang="en-US" dirty="0">
                <a:hlinkClick r:id="rId4"/>
              </a:rPr>
              <a:t>https://numpy.org/doc/stable/user/absolute_beginners.html</a:t>
            </a:r>
            <a:endParaRPr lang="en-US" dirty="0"/>
          </a:p>
          <a:p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quen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Pandas: </a:t>
            </a:r>
            <a:r>
              <a:rPr lang="en-US" dirty="0">
                <a:hlinkClick r:id="rId5"/>
              </a:rPr>
              <a:t>https://pandas.pydata.org/docs/getting_started/index.html</a:t>
            </a:r>
            <a:r>
              <a:rPr lang="en-US" dirty="0"/>
              <a:t>, </a:t>
            </a:r>
            <a:r>
              <a:rPr lang="en-US" dirty="0">
                <a:hlinkClick r:id="rId6"/>
              </a:rPr>
              <a:t>https://pandas.pydata.org/docs/user_guide/index.html</a:t>
            </a:r>
            <a:endParaRPr lang="en-US" dirty="0"/>
          </a:p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,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Matplotlib: </a:t>
            </a:r>
            <a:r>
              <a:rPr lang="en-US" dirty="0">
                <a:hlinkClick r:id="rId7"/>
              </a:rPr>
              <a:t>https://matplotlib.org/stable/</a:t>
            </a:r>
            <a:endParaRPr lang="en-US" dirty="0"/>
          </a:p>
          <a:p>
            <a:r>
              <a:rPr lang="en-US"/>
              <a:t>Thao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Numpy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Pandas: ggml_numpy_pandas.zip</a:t>
            </a:r>
          </a:p>
          <a:p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quen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SciPy and Scikit-learn (</a:t>
            </a:r>
            <a:r>
              <a:rPr lang="en-US" dirty="0" err="1"/>
              <a:t>sklearn</a:t>
            </a:r>
            <a:r>
              <a:rPr lang="en-US" dirty="0"/>
              <a:t>): 0102_scipy_2016_sklearn.zip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516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179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Nội dung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Lê Vũ Hạo</dc:creator>
  <cp:lastModifiedBy>Lê Vũ Hạo</cp:lastModifiedBy>
  <cp:revision>4</cp:revision>
  <dcterms:created xsi:type="dcterms:W3CDTF">2025-08-05T07:24:32Z</dcterms:created>
  <dcterms:modified xsi:type="dcterms:W3CDTF">2025-08-05T08:09:01Z</dcterms:modified>
</cp:coreProperties>
</file>